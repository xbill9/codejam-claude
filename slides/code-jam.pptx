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Google Sans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oogle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ogleSans-italic.fntdata"/><Relationship Id="rId30" Type="http://schemas.openxmlformats.org/officeDocument/2006/relationships/font" Target="fonts/GoogleSans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GoogleSans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sl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sl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sl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sl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jam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jam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jam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jam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jamc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jamc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jam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jam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jam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jam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jam04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jam04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jamc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jamc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jam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jam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jam6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jam6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jam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jam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jam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jam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jam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jam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jam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jam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jam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jam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jam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jam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jam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jam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jam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jam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jam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jam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jam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jam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jamdem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jamdem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uilder.aws.com/community/@xbill9?tab=badges" TargetMode="External"/><Relationship Id="rId4" Type="http://schemas.openxmlformats.org/officeDocument/2006/relationships/hyperlink" Target="https://www.linkedin.com/in/xbill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harrisonahn1129/gdg_workshop_skills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xbill9/codejam" TargetMode="External"/><Relationship Id="rId4" Type="http://schemas.openxmlformats.org/officeDocument/2006/relationships/hyperlink" Target="https://github.com/xbill9/codejam-claude" TargetMode="External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7A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11480" y="1325880"/>
            <a:ext cx="56694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731520" y="1554480"/>
            <a:ext cx="5120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BulletProof: Resume Optimization Coding Jam</a:t>
            </a:r>
            <a:endParaRPr sz="32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31520" y="2788920"/>
            <a:ext cx="512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Brooklyn DevFest</a:t>
            </a:r>
            <a:endParaRPr sz="12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Friday, October 30, 2026</a:t>
            </a:r>
            <a:endParaRPr sz="12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2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GDG Brooklyn</a:t>
            </a:r>
            <a:endParaRPr sz="12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11480" y="4023360"/>
            <a:ext cx="566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William McLean (xbill)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CTO Glitnir Ticketing, GDE Cloud + AI, AWS CB (AI)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355080" y="1325880"/>
            <a:ext cx="2377500" cy="301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55448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6492240" y="3611880"/>
            <a:ext cx="210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Jam page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11480" y="365760"/>
            <a:ext cx="3017520" cy="685800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Coding Jam 2026</a:t>
            </a:r>
            <a:endParaRPr b="1"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749040" y="457200"/>
            <a:ext cx="502800" cy="502800"/>
          </a:xfrm>
          <a:prstGeom prst="ellipse">
            <a:avLst/>
          </a:prstGeom>
          <a:solidFill>
            <a:srgbClr val="EA433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4389120" y="457200"/>
            <a:ext cx="502800" cy="502800"/>
          </a:xfrm>
          <a:prstGeom prst="ellipse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5029200" y="457200"/>
            <a:ext cx="502800" cy="502800"/>
          </a:xfrm>
          <a:prstGeom prst="ellipse">
            <a:avLst/>
          </a:prstGeom>
          <a:solidFill>
            <a:srgbClr val="34A853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365760" y="320040"/>
            <a:ext cx="8412600" cy="45264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777240" y="502920"/>
            <a:ext cx="75894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William McLean (xbill)</a:t>
            </a:r>
            <a:endParaRPr sz="2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CTO and co-founder, Glitnir Ticketing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GDE (Google Developer Expert)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Cloud and AI/ML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*** Do NOT Work for Google ***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AWS Community Builder 2026, AI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400" y="941188"/>
            <a:ext cx="2872575" cy="28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365760" y="320040"/>
            <a:ext cx="8412600" cy="45264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777240" y="502920"/>
            <a:ext cx="75894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Where to Find Me</a:t>
            </a:r>
            <a:endParaRPr sz="2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LinkedIn  linkedin.com/in/xbill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Dev.to  dev.to/xbill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Medium  medium.com/@xbill999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GitHub  github.com/xbill9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Hugging Face  huggingface.co/xbill9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AWS Builder Center  </a:t>
            </a:r>
            <a:r>
              <a:rPr lang="en" sz="2000">
                <a:solidFill>
                  <a:srgbClr val="1E1E1E"/>
                </a:solidFill>
                <a:uFill>
                  <a:noFill/>
                </a:u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builder.aws.com/community/@xbill9</a:t>
            </a:r>
            <a:endParaRPr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8" name="Google Shape;78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000" y="1150000"/>
            <a:ext cx="1900000" cy="1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11480" y="320040"/>
            <a:ext cx="5920722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What You're Building: BulletProof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The brief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Paste a resume and a job posting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Click one button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Copy tailored resume bullets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Out of scope today: PDF parsing, cover letters, export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Track brief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411480" y="320040"/>
            <a:ext cx="544055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Two Hours, Build in the Middle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Agenda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0:00  Check in and meet your neighbors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0:15  Claim credits, run setup, install and sign in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0:30  Build with Antigravity and the codelab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1:35  Two-minute demo, then submit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Jam page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411480" y="320040"/>
            <a:ext cx="560039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Claim Your Credits Now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Setup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 the claim link and sign in with your personal Gmail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Join the Google Developer Program, claim the badge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Finish the verification on your phone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Wait 2 to 5 minutes for the billing account to appear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Claim today: credits can't be saved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492240" y="1371600"/>
            <a:ext cx="21030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If it fails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CRED-101: you're on a work or school account. Switch to your @gmail.com.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CRED-103: verification failed. Refresh, retry, or switch your phone to mobile data.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411480" y="320040"/>
            <a:ext cx="560039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Run the Setup Script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Setup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 a new window with the same Gmail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Scan the QR, or open </a:t>
            </a:r>
            <a:r>
              <a:rPr lang="en" sz="18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github.com/harrisonahn1129/gdg_workshop_skills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Click Open in Cloud Shell, type bash setup.sh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All green: done. Any red: ask a TA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Setup repo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411480" y="320040"/>
            <a:ext cx="560039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Install Antigravity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Setup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Download from antigravity.google/download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Run the installer with the default settings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Git, and a GitHub account that can clone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Don't click Sign in yet: next slide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Antigravity setup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411480" y="320040"/>
            <a:ext cx="560039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Sign In With Your Credit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4285F4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Setup</a:t>
            </a:r>
            <a:endParaRPr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 Antigravity and click Sign in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Choose Business account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Continue with Google Cloud, same Gmail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Choose Other: your project ID, location global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Agent stops mid-build? You're on the free plan: sign out, repeat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6492240" y="1371600"/>
            <a:ext cx="21030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Free plan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Sign in without Business account. Weekly limit, then the agent stops.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Your credit</a:t>
            </a:r>
            <a:endParaRPr b="1"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Business account and your project ID. Build on this today.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F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548640" y="822960"/>
            <a:ext cx="530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Codelab</a:t>
            </a:r>
            <a:endParaRPr b="1" sz="4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548640" y="1783080"/>
            <a:ext cx="53034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Follow this codelab: your Google Cloud credits work here, not in AI Studio</a:t>
            </a:r>
            <a:endParaRPr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Ten steps, about 75 minutes</a:t>
            </a:r>
            <a:endParaRPr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Every step slide has its own QR code</a:t>
            </a:r>
            <a:endParaRPr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548640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Setup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1499616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Plan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450592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Review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3401568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4352544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API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5303520" y="4069080"/>
            <a:ext cx="841266" cy="438912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Verify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6355080" y="731520"/>
            <a:ext cx="2377500" cy="310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91440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6492240" y="306324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Scan for the codelab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411480" y="320040"/>
            <a:ext cx="6080562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Install and Sign In to Antigravity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1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Done in setup: Antigravity installed and signed in with Business account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Check: the welcome screen shows Open Folder and Clone Repository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1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411480" y="320040"/>
            <a:ext cx="5920668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Install uv and Git With the Agent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2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 an empty folder, such as coding-jam-setup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Prompt: “Install uv and git on my computer if they're not already there.”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Approve each install command; skip Node.js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If it fails, install uv and git by hand, then ask the agent to check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2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/>
          <p:nvPr/>
        </p:nvSpPr>
        <p:spPr>
          <a:xfrm>
            <a:off x="411480" y="320040"/>
            <a:ext cx="416048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Clone the Starter Repo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3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Repo: gca-americas/codingjam-bulletproof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Use Antigravity's Clone Repository button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Read BRIEF.md and the reference/ folder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Replace PASTE_YOUR_PROJECT and PASTE_YOUR_LOCATION, or .env gets placeholders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3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/>
          <p:nvPr/>
        </p:nvSpPr>
        <p:spPr>
          <a:xfrm>
            <a:off x="411480" y="320040"/>
            <a:ext cx="4960386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Install the Workshop Skills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4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Ask the agent to clone skills-garden and gemini-skills into .agent/skills/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Click Allow on both git pop-ups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Leave Turbo mode off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4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411480" y="320040"/>
            <a:ext cx="560039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Spec Talk Takes Two Minutes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5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agent asks three questions: inputs, the magical moment, out of scope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Answer them; no files get written yet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If product.md appears, ask the agent to delete it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5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411480" y="320040"/>
            <a:ext cx="528071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Three Design Docs Before Code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6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Gemini 3.8 - </a:t>
            </a:r>
            <a:r>
              <a:rPr i="1"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Argon is limited</a:t>
            </a: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*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One prompt writes product.md, ui.md and engineering.md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engineering.md needs a Testing strategy section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Comment on the docs; fix the doc, not the code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6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/>
          <p:nvPr/>
        </p:nvSpPr>
        <p:spPr>
          <a:xfrm>
            <a:off x="411480" y="320040"/>
            <a:ext cx="528071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 It, Make the Tests Pass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7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Gemini 3.8 - Argon Limited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agent builds from the docs and mocks Gemini in tests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Done: backend/, frontend/ and tests/ exist, all tests pass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Never skip tests; fix the Testing strategy instead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7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34" name="Google Shape;2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/>
          <p:nvPr/>
        </p:nvSpPr>
        <p:spPr>
          <a:xfrm>
            <a:off x="411480" y="320040"/>
            <a:ext cx="432032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Add Your Gemini API Key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8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Create a key in AI Studio; pick your jam project when it asks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Sign in with your personal @gmail.com, not Workspace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agent writes backend/.env with GEMINI_API_KEY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Check that .env is in .gitignore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Treat the key like a password; never commit it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8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/>
          <p:nvPr/>
        </p:nvSpPr>
        <p:spPr>
          <a:xfrm>
            <a:off x="411480" y="320040"/>
            <a:ext cx="4960386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Run It and Check It by Hand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9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Ask the agent to start the dev server; click Allow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Open localhost:8000 or localhost:5173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Paste a real resume and a real job posting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Report problems, then have the agent write the README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Codelab step 9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56" name="Google Shape;25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/>
          <p:nvPr/>
        </p:nvSpPr>
        <p:spPr>
          <a:xfrm>
            <a:off x="411480" y="320040"/>
            <a:ext cx="432032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Tips for Better Bullets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Tips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2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Paste the full job posting, not just the title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Read the bullets aloud; if you wouldn't say it in an interview, change the prompt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Skip cover letters, PDF parsing and ATS scoring on purpose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Stuck? Ask the room, then a mentor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Track tips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67" name="Google Shape;26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/>
          <p:nvPr/>
        </p:nvSpPr>
        <p:spPr>
          <a:xfrm>
            <a:off x="411480" y="320040"/>
            <a:ext cx="5920722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Share and Submit Before You Leave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Step 10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3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Two-minute screen-share demo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Submit your build: it goes on the showcase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Your name and chapter go with it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Submit your build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411480" y="320040"/>
            <a:ext cx="400064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Keep Building at Home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F9AB00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After the jam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FFE79C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Match score and missing keywords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PDF resume parsing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Cover letter generator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Interview question generator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Application tracker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Starter repo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89" name="Google Shape;2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/>
          <p:nvPr/>
        </p:nvSpPr>
        <p:spPr>
          <a:xfrm>
            <a:off x="411480" y="320040"/>
            <a:ext cx="4000644" cy="566946"/>
          </a:xfrm>
          <a:prstGeom prst="flowChartTerminator">
            <a:avLst/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 Builds to Fork</a:t>
            </a:r>
            <a:endParaRPr sz="24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7086600" y="393192"/>
            <a:ext cx="1645920" cy="420606"/>
          </a:xfrm>
          <a:prstGeom prst="flowChartTerminator">
            <a:avLst/>
          </a:prstGeom>
          <a:solidFill>
            <a:srgbClr val="F9AB00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 repos</a:t>
            </a:r>
            <a:endParaRPr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411480" y="1097280"/>
            <a:ext cx="5715000" cy="3612000"/>
          </a:xfrm>
          <a:prstGeom prst="roundRect">
            <a:avLst>
              <a:gd fmla="val 16667" name="adj"/>
            </a:avLst>
          </a:prstGeom>
          <a:solidFill>
            <a:srgbClr val="FFE79C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"/>
          <p:cNvSpPr/>
          <p:nvPr/>
        </p:nvSpPr>
        <p:spPr>
          <a:xfrm>
            <a:off x="6355080" y="1097280"/>
            <a:ext cx="2377500" cy="361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5"/>
          <p:cNvSpPr txBox="1"/>
          <p:nvPr/>
        </p:nvSpPr>
        <p:spPr>
          <a:xfrm>
            <a:off x="731520" y="1463040"/>
            <a:ext cx="51207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codejam</a:t>
            </a: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: the finished build from the starter repo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 u="sng">
                <a:solidFill>
                  <a:schemeClr val="hlink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codejam-claude</a:t>
            </a: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: the same app, set up for Claude Code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FastAPI and Gemini backend, plain JavaScript front end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E1E1E"/>
              </a:buClr>
              <a:buSzPts val="1800"/>
              <a:buFont typeface="Google Sans"/>
              <a:buChar char="●"/>
            </a:pPr>
            <a:r>
              <a:rPr lang="en" sz="18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Both at github.com/xbill9, with design docs and tests</a:t>
            </a:r>
            <a:endParaRPr sz="18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6492240" y="3566160"/>
            <a:ext cx="21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My GitHub</a:t>
            </a:r>
            <a:endParaRPr sz="16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00" name="Google Shape;30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960" y="141732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